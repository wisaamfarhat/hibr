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Spectrum Coordination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Q2 2026 filing activity summary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Key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Total filings increased by 12% this quarter.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2026-06-23T09:46:50Z</dcterms:created>
  <dcterms:modified xsi:type="dcterms:W3CDTF">2026-06-23T09:46:50Z</dcterms:modified>
</cp:coreProperties>
</file>